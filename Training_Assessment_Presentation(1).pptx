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0" r:id="rId4"/>
    <p:sldId id="257" r:id="rId5"/>
    <p:sldId id="264" r:id="rId6"/>
    <p:sldId id="266" r:id="rId7"/>
    <p:sldId id="258" r:id="rId8"/>
    <p:sldId id="265" r:id="rId9"/>
    <p:sldId id="259" r:id="rId10"/>
    <p:sldId id="261" r:id="rId11"/>
    <p:sldId id="263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91490"/>
            <a:ext cx="7772400" cy="3108960"/>
          </a:xfrm>
        </p:spPr>
        <p:txBody>
          <a:bodyPr/>
          <a:lstStyle/>
          <a:p>
            <a:r>
              <a:rPr lang="en-US" altLang="en-US"/>
              <a:t>Dr. K. N. Modi Institute of Engineering &amp; </a:t>
            </a:r>
            <a:br>
              <a:rPr lang="en-US" altLang="en-US"/>
            </a:br>
            <a:r>
              <a:rPr lang="en-US" altLang="en-US"/>
              <a:t>Technology</a:t>
            </a:r>
            <a:br>
              <a:rPr lang="en-US" altLang="en-US"/>
            </a:br>
            <a:r>
              <a:rPr lang="en-US" altLang="en-US"/>
              <a:t> Modinagar,Ghaziabad,201204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Assessment Presentation</a:t>
            </a:r>
          </a:p>
          <a:p>
            <a:r>
              <a:t>By: Shivsharan Yadav</a:t>
            </a:r>
          </a:p>
          <a:p>
            <a:r>
              <a:t>B.Tech (IT) | Roll No.: 2200770130012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Submitted 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ANUJ KUMAR</a:t>
            </a:r>
          </a:p>
          <a:p>
            <a:r>
              <a:t>ANUDIP FOUNDATION TRAINER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Project Name: Food Delivery Website (Frontend – React)</a:t>
            </a:r>
          </a:p>
          <a:p/>
          <a:p>
            <a:r>
              <a:t>Description:</a:t>
            </a:r>
          </a:p>
          <a:p>
            <a:r>
              <a:t>A modern and responsive food delivery frontend built using React.js with a smooth UI for browsing food items, exploring categories, viewing details, and adding items to the cart.</a:t>
            </a:r>
          </a:p>
          <a:p/>
          <a:p/>
          <a:p/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Key Components: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>
                <a:sym typeface="+mn-ea"/>
              </a:rPr>
              <a:t> Navbar – Navigation &amp; login button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Header – Hero section with offers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ExploreMenu – Category-based browsing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FoodDisplay – Dynamic food items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FoodItem – Individual card component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LoginPopup – Login/Signup interface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Footer – Contact &amp; social links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Context API – Global state management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r>
              <a:rPr lang="en-US" altLang="en-US"/>
              <a:t>⭐</a:t>
            </a:r>
            <a:r>
              <a:rPr lang="en-US" altLang="en-US" sz="8000"/>
              <a:t> 3. Key Features</a:t>
            </a:r>
            <a:endParaRPr lang="en-US" altLang="en-US" sz="8000"/>
          </a:p>
          <a:p>
            <a:endParaRPr lang="en-US" altLang="en-US" sz="8000"/>
          </a:p>
          <a:p>
            <a:r>
              <a:rPr lang="en-US" altLang="en-US" sz="8000"/>
              <a:t>✔ Home Page:</a:t>
            </a:r>
            <a:endParaRPr lang="en-US" altLang="en-US" sz="8000"/>
          </a:p>
          <a:p>
            <a:r>
              <a:rPr lang="en-US" altLang="en-US" sz="8000"/>
              <a:t>A visually attractive home page with banners and highlighted food categories.</a:t>
            </a:r>
            <a:endParaRPr lang="en-US" altLang="en-US" sz="8000"/>
          </a:p>
          <a:p>
            <a:endParaRPr lang="en-US" altLang="en-US" sz="8000"/>
          </a:p>
          <a:p>
            <a:r>
              <a:rPr lang="en-US" altLang="en-US" sz="8000"/>
              <a:t>✔ Menu or Products Page:</a:t>
            </a:r>
            <a:endParaRPr lang="en-US" altLang="en-US" sz="8000"/>
          </a:p>
          <a:p>
            <a:r>
              <a:rPr lang="en-US" altLang="en-US" sz="8000"/>
              <a:t>Displays different food items with images, names, prices, and add-to-cart buttons (UI only).</a:t>
            </a:r>
            <a:endParaRPr lang="en-US" altLang="en-US" sz="8000"/>
          </a:p>
          <a:p>
            <a:endParaRPr lang="en-US" altLang="en-US" sz="8000"/>
          </a:p>
          <a:p>
            <a:r>
              <a:rPr lang="en-US" altLang="en-US" sz="8000"/>
              <a:t>✔ Navigation System:</a:t>
            </a:r>
            <a:endParaRPr lang="en-US" altLang="en-US" sz="8000"/>
          </a:p>
          <a:p>
            <a:r>
              <a:rPr lang="en-US" altLang="en-US" sz="8000"/>
              <a:t>Smooth page navigation using React Router.</a:t>
            </a:r>
            <a:endParaRPr lang="en-US" altLang="en-US" sz="8000"/>
          </a:p>
          <a:p>
            <a:endParaRPr lang="en-US" altLang="en-US" sz="8000"/>
          </a:p>
          <a:p>
            <a:r>
              <a:rPr lang="en-US" altLang="en-US" sz="8000"/>
              <a:t>✔ Responsive Design:</a:t>
            </a:r>
            <a:endParaRPr lang="en-US" altLang="en-US" sz="8000"/>
          </a:p>
          <a:p>
            <a:r>
              <a:rPr lang="en-US" altLang="en-US" sz="8000"/>
              <a:t>The website works on mobile, tablet, and laptop screens.</a:t>
            </a:r>
            <a:endParaRPr lang="en-US" altLang="en-US" sz="8000"/>
          </a:p>
          <a:p>
            <a:endParaRPr lang="en-US" altLang="en-US" sz="8000"/>
          </a:p>
          <a:p>
            <a:r>
              <a:rPr lang="en-US" altLang="en-US" sz="8000"/>
              <a:t>✔ Reusable Components:</a:t>
            </a:r>
            <a:endParaRPr lang="en-US" altLang="en-US" sz="8000"/>
          </a:p>
          <a:p>
            <a:r>
              <a:rPr lang="en-US" altLang="en-US" sz="8000"/>
              <a:t>Components like Navbar, Footer, Card, and Food Items are reusable</a:t>
            </a:r>
            <a:r>
              <a:rPr lang="en-US" altLang="en-US"/>
              <a:t>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Executive 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frontend project provides a clean, responsive, and user-friendly interface for a food ordering platform. Users can explore food categories and items intuitively.</a:t>
            </a:r>
          </a:p>
          <a:p/>
          <a:p/>
          <a:p/>
          <a:p/>
          <a:p/>
          <a:p/>
          <a:p>
            <a:pPr marL="0" indent="0">
              <a:buNone/>
            </a:pPr>
          </a:p>
          <a:p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>
                <a:sym typeface="+mn-ea"/>
              </a:rPr>
              <a:t>The project uses a component-driven architecture ensuring: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Reusability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Performance optimization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• Easy future scalability</a:t>
            </a:r>
            <a:endParaRPr>
              <a:sym typeface="+mn-ea"/>
            </a:endParaRPr>
          </a:p>
          <a:p>
            <a:endParaRPr lang="en-US"/>
          </a:p>
          <a:p>
            <a:r>
              <a:rPr>
                <a:sym typeface="+mn-ea"/>
              </a:rPr>
              <a:t>It demonstrates strong skills in layout design, state management, and modern React development.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The project can be expanded with backend integration, payment systems, and real-time order tracking.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Final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Overall, the project reflects strong understanding of UI/UX, component architecture, and frontend best practices.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reviewing my Training Assessment.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Food Delivery Website (Frontend – React)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1960</Words>
  <Application>WPS Presentation</Application>
  <PresentationFormat>On-screen Show (4:3)</PresentationFormat>
  <Paragraphs>86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Dr. K. N. Modi Institute of Engineering &amp;  Technology  Modinagar,Ghaziabad,201204</vt:lpstr>
      <vt:lpstr>Submitted To</vt:lpstr>
      <vt:lpstr>1. Project Overview </vt:lpstr>
      <vt:lpstr>Key Components:</vt:lpstr>
      <vt:lpstr>PowerPoint 演示文稿</vt:lpstr>
      <vt:lpstr>2. Executive Summary </vt:lpstr>
      <vt:lpstr>PowerPoint 演示文稿</vt:lpstr>
      <vt:lpstr>3. Final Statement </vt:lpstr>
      <vt:lpstr>Thank You</vt:lpstr>
      <vt:lpstr>PowerPoint 演示文稿</vt:lpstr>
      <vt:lpstr>Food Delivery Website (Frontend – React)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Shivsharan Yadav</cp:lastModifiedBy>
  <cp:revision>4</cp:revision>
  <dcterms:created xsi:type="dcterms:W3CDTF">2013-01-27T09:14:00Z</dcterms:created>
  <dcterms:modified xsi:type="dcterms:W3CDTF">2025-11-29T07:25:49Z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E70E0722917545FC9626F06BA5810F00_13</vt:lpwstr>
  </property>
  <property fmtid="{D5CDD505-2E9C-101B-9397-08002B2CF9AE}" pid="3" name="KSOProductBuildVer">
    <vt:lpwstr>1033-12.2.0.23155</vt:lpwstr>
  </property>
</Properties>
</file>